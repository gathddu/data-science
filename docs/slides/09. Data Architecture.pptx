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DE ARQUITETURA · BIG DATA &amp; SAÚDE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4173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VidaPlus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365760" y="2148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Inteligência Clínica e Epidemiológica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278892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B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Big Data  ·  Exercício de Arquitetura Lógica e Física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3474720"/>
            <a:ext cx="2011680" cy="128016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6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566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6576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hospitalares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0" y="3474720"/>
            <a:ext cx="2011680" cy="128016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6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0" y="3566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56032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brasileiros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3474720"/>
            <a:ext cx="2011680" cy="128016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6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3566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475488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Pacientes/dia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49440" y="3474720"/>
            <a:ext cx="2011680" cy="128016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6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3566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TB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94944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novos/mês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· Turma 2025/2026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NEGÓCIO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hospitalar VidaPlus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VidaPlus é uma rede hospitalar pública com 12 unidades distribuídas em 4 estados brasileiros. Atende em média 18.000 pacientes/dia entre pronto-socorros, internações, ambulatórios e UTIs.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possui sistemas legados heterogêneos — HIS, RIS, LIS e prontuário eletrônico — que hoje geram dados clínicos, administrativos e de equipamentos que não são integrados nem explorados de forma sistemática.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868680"/>
            <a:ext cx="320040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005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3464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50876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4904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fontes heterogêneas (HL7, FHIR, CSV, XML)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210312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0848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Suportar dois horizontes temporais distintos de decisão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06440" y="26974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6791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conformidade com LGPD e LGPDS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329184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2735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para 4 TB/mês e picos de 12.000 eventos/min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388620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8679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RPO ≤ 1h e RTO ≤ 4h para módulos críticos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5029200" cy="137160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83280"/>
            <a:ext cx="73152" cy="1371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564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da equipe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uma Plataforma de Inteligência Clínica e Epidemiológica capaz de suportar dois horizontes temporais de decisão completamente distintos.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1  ·  DECISÃO PRÓXIMA AO TEMPO REAL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Sepse no Pronto-Socorro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com sepse têm mortalidade reduzida em até 7% para cada hora de atraso no início do protocolo. A equipe clínica precisa ser alertada em menos de 3 minutos após a combinação de sinais vitais alterados com resultados laboratoriais críticos.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5303520" cy="100584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06040"/>
            <a:ext cx="73152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700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Obrigatório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→ processamento → alerta:  </a:t>
            </a:r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minutos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Disponibilidade:  </a:t>
            </a:r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99,95%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Falso positivo:  </a:t>
            </a:r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804672"/>
            <a:ext cx="301752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 envolvidas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234440"/>
            <a:ext cx="25603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1371600"/>
            <a:ext cx="146304" cy="14630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335024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multiparamétrico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15544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FC, SpO₂, PA, Temperatura — streaming contínuo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2039112"/>
            <a:ext cx="146304" cy="14630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2002536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em tempo real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9632" y="22219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Lactato, hemograma, PCR — HL7/FHIR R4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706624"/>
            <a:ext cx="146304" cy="14630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2670048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Escores clínicos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288950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qSOFA e NEWS-2 calculados on-the-fly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3374136"/>
            <a:ext cx="146304" cy="14630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3337560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do paciente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9632" y="355701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anteriores e medicações ativas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164592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136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5760" y="4370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máxima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94560" y="3840480"/>
            <a:ext cx="164592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39136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99,95%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194560" y="4370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23360" y="3840480"/>
            <a:ext cx="164592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39136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023360" y="4370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2  ·  DECISÃO ESTRATÉGICA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 Epidemiológica e Alocação de Recursos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Secretaria de Saúde precisa antecipar surtos de doenças sazonais e infecciosas, dimensionar leitos, insumos e equipes para os próximos 30–90 dias, e avaliar o impacto de intervenções de saúde pública com base em dados históricos de toda a rede.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5303520" cy="100584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06040"/>
            <a:ext cx="73152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700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Obrigatório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atualizados:  </a:t>
            </a:r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diariamente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Histórico:  </a:t>
            </a:r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anos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Granularidade:  </a:t>
            </a:r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/ município / regional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804672"/>
            <a:ext cx="3017520" cy="4023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 envolvidas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234440"/>
            <a:ext cx="25603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1371600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335024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atendimentos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1527048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anos de dados — CID-10, procedimentos, desfechos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1920240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883664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e dados socioeconômicos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9632" y="2075688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Demografia, renda e saneamento por bairro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468880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2432304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SINAN / SIVEP-Gripe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2624328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de arboviroses e influenza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3017520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2980944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climáticos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9632" y="3172968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chuva, UV — correlação vetorial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3566160"/>
            <a:ext cx="146304" cy="14630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3529584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hospitalares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3721608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Leitos, estoque, escala de profissionais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164592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136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65760" y="4370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horizonte preditivo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94560" y="3840480"/>
            <a:ext cx="164592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39136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anos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194560" y="4370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histórico requerido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023360" y="3840480"/>
            <a:ext cx="164592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39136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fontes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023360" y="4370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externas integradas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TRANSVERSAIS OBRIGATÓRIOS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arquitetura deve atender a estes requisitos independentemente do horizonte de decisão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54864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457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8988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371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&amp; LGPDS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167335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Pseudonimização obrigatória de dados sensíveis de saúde. Controle de acesso por papel (RBAC). Trilha de auditoria de todos os acessos.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280160"/>
            <a:ext cx="54864" cy="10972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8988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371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3520" y="167335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HL7 FHIR R4, TISS e formatos legados (HL7 v2, CSV, XML). Adaptadores para sistemas HIS/RIS/LIS existentes.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74320" y="25146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" y="2514600"/>
            <a:ext cx="54864" cy="10972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2606040"/>
            <a:ext cx="457200" cy="4572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2432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26060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Performance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14400" y="290779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TB/mês de dados novos. Pico de ingestão: 12.000 eventos/min no PS. Consultas analíticas em até 30 segundos.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25146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663440" y="2514600"/>
            <a:ext cx="54864" cy="10972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54880" y="2606040"/>
            <a:ext cx="457200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62432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03520" y="26060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303520" y="290779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≤ 1h e RTO ≤ 4h para o módulo crítico de tempo real. Alta disponibilidade para o módulo de alerta.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274320" y="37490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74320" y="3749040"/>
            <a:ext cx="54864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65760" y="3840480"/>
            <a:ext cx="4572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58768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14400" y="38404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Dados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914400" y="414223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dados, linhagem, qualidade e auditoria de acesso são obrigatórios. Classificação de sensibilidade dos ativos.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4663440" y="37490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663440" y="3749040"/>
            <a:ext cx="54864" cy="10972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754880" y="3840480"/>
            <a:ext cx="457200" cy="457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858768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03520" y="38404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303520" y="414223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a escolha entre on-premises, nuvem pública, híbrida ou multi-cloud com critérios de custo, compliance e latência.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 ESPERADOS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6858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8778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Lógica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em camadas — ingestão, armazenamento, processamento, análise, consumo — com tecnologias escolhidas e justificativa para cada camada.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55064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55064"/>
            <a:ext cx="68580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37944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17282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Física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03911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infraestrutura com servidores, redes, zonas de disponibilidade, volumes de armazenamento e sizing estimado.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05456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05456"/>
            <a:ext cx="685800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88336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578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Dados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88950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mostrando como cada fonte chega ao dado consumido, diferenciando os caminhos do horizonte 1 (streaming) e horizonte 2 (batch/analítico).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55848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55848"/>
            <a:ext cx="68580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38728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Arquiteturais (ADRs)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739896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menos 3 registros de decisão — ex: Lambda vs Kappa, Kafka vs Kinesis, Data Lake vs Lakehouse — com contexto, alternativas e justificativa.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06240"/>
            <a:ext cx="685800" cy="7772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3891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279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Governança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590288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será feita a catalogação, classificação de sensibilidade, controle de acesso (RBAC) e linhagem dos dados clínicos.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AVALIAÇÃO &amp; PROVOCAÇÃO PARA DEFESA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97480" cy="19202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6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aos requisitos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SLAs, volumes, disponibilidade e conformidade LGPD atendidos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97480" cy="19202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6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9144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EA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46120" y="17830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Coerência técnica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208483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das escolhas de tecnologia e decisões arquiteturais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697480" cy="19202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9144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&amp; Segurança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08483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B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Catalogação, linhagem, controle de acesso e auditoria de dados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8595360" cy="187452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71800"/>
            <a:ext cx="73152" cy="1874520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35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Provocação para a defesa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plataforma deve atender um médico que precisa de uma resposta em 90 segundos e um gestor que vai planejar o próximo trimestre.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B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garante que a urgência do horizonte 1 não compromete a capacidade analítica do horizonte 2 — e vice-versa? Esteja preparado para defender cada componente da arquitetura física com dados de throughput, latência e custo.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VidaPlus — Desafio de Arquitetura Big Data &amp; Saúde</dc:title>
  <dc:subject>PptxGenJS Presentation</dc:subject>
  <dc:creator>PptxGenJS</dc:creator>
  <cp:lastModifiedBy>PptxGenJS</cp:lastModifiedBy>
  <cp:revision>1</cp:revision>
  <dcterms:created xsi:type="dcterms:W3CDTF">2026-04-15T23:13:50Z</dcterms:created>
  <dcterms:modified xsi:type="dcterms:W3CDTF">2026-04-15T23:13:50Z</dcterms:modified>
</cp:coreProperties>
</file>